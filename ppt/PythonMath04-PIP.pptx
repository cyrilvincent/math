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590" autoAdjust="0"/>
  </p:normalViewPr>
  <p:slideViewPr>
    <p:cSldViewPr>
      <p:cViewPr varScale="1">
        <p:scale>
          <a:sx n="107" d="100"/>
          <a:sy n="107" d="100"/>
        </p:scale>
        <p:origin x="178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4</a:t>
            </a:r>
            <a:endParaRPr lang="fr-FR" altLang="fr-FR" dirty="0"/>
          </a:p>
          <a:p>
            <a:pPr eaLnBrk="1" hangingPunct="1"/>
            <a:r>
              <a:rPr lang="fr-FR" altLang="fr-FR" dirty="0"/>
              <a:t>PIP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Gestionnaire de package Python</a:t>
            </a:r>
          </a:p>
          <a:p>
            <a:pPr lvl="1"/>
            <a:r>
              <a:rPr lang="fr-FR" dirty="0"/>
              <a:t>PIP Install Package</a:t>
            </a:r>
          </a:p>
          <a:p>
            <a:r>
              <a:rPr lang="fr-FR" dirty="0"/>
              <a:t>Dépôt de package</a:t>
            </a:r>
          </a:p>
          <a:p>
            <a:pPr lvl="1"/>
            <a:r>
              <a:rPr lang="fr-FR" dirty="0"/>
              <a:t>Python Package Index </a:t>
            </a:r>
            <a:r>
              <a:rPr lang="fr-FR" dirty="0" err="1"/>
              <a:t>PyPI</a:t>
            </a:r>
            <a:endParaRPr lang="fr-FR" dirty="0"/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uninstall</a:t>
            </a:r>
            <a:r>
              <a:rPr lang="fr-FR" dirty="0"/>
              <a:t> </a:t>
            </a:r>
            <a:r>
              <a:rPr lang="fr-FR" dirty="0" err="1"/>
              <a:t>packageName</a:t>
            </a:r>
            <a:endParaRPr lang="fr-FR" dirty="0"/>
          </a:p>
          <a:p>
            <a:pPr lvl="1"/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–r requirements.txt</a:t>
            </a:r>
          </a:p>
          <a:p>
            <a:r>
              <a:rPr lang="fr-FR" dirty="0"/>
              <a:t>Génération du requirements.txt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freeze &gt;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121104810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5878</TotalTime>
  <Words>43</Words>
  <Application>Microsoft Office PowerPoint</Application>
  <PresentationFormat>Affichage à l'écran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Monotype Sorts</vt:lpstr>
      <vt:lpstr>Times New Roman</vt:lpstr>
      <vt:lpstr>cvc</vt:lpstr>
      <vt:lpstr>Présentation PowerPoint</vt:lpstr>
      <vt:lpstr>PIP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294</cp:revision>
  <dcterms:created xsi:type="dcterms:W3CDTF">2000-04-10T19:33:12Z</dcterms:created>
  <dcterms:modified xsi:type="dcterms:W3CDTF">2026-03-09T12:36:15Z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